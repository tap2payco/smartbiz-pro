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SmartBiz Pro ERP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Funding Proposal Summary • 2026-01-13</a:t>
            </a:r>
          </a:p>
          <a:p>
            <a:r>
              <a:t>Offline-first, modular ERP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Connectivity failures disrupt operations in cloud-only ERPs.</a:t>
            </a:r>
          </a:p>
          <a:p>
            <a:pPr/>
            <a:r>
              <a:t>Integrations and implementations are costly and risk-prone.</a:t>
            </a:r>
          </a:p>
          <a:p>
            <a:pPr/>
            <a:r>
              <a:t>SMEs need fast go-live and local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Offline-first transaction processing + safe sync.</a:t>
            </a:r>
          </a:p>
          <a:p>
            <a:pPr/>
            <a:r>
              <a:t>Composable modules: Finance, Inventory, HR/Payroll, Projects.</a:t>
            </a:r>
          </a:p>
          <a:p>
            <a:pPr/>
            <a:r>
              <a:t>Industry quick-start templates.</a:t>
            </a:r>
          </a:p>
          <a:p>
            <a:pPr/>
            <a:r>
              <a:t>Predictive analytics: forecasts, risk scoring, anomaly alerts.</a:t>
            </a:r>
          </a:p>
          <a:p>
            <a:pPr/>
            <a:r>
              <a:t>API-first integrations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Phase 1: Foundation + offline sync + RBAC</a:t>
            </a:r>
          </a:p>
          <a:p>
            <a:pPr/>
            <a:r>
              <a:t>Phase 2: Financial core + inventory</a:t>
            </a:r>
          </a:p>
          <a:p>
            <a:pPr/>
            <a:r>
              <a:t>Phase 3: HR/Payroll + Projects</a:t>
            </a:r>
          </a:p>
          <a:p>
            <a:pPr/>
            <a:r>
              <a:t>Phase 4: Industry templates + analytics +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Baseline build: $235,750 (10 months)</a:t>
            </a:r>
          </a:p>
          <a:p>
            <a:pPr/>
            <a:r>
              <a:t>Spend focus: engineering/QA, infrastructure, pilot rollouts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Wireframe: Dashboard</a:t>
            </a:r>
          </a:p>
        </p:txBody>
      </p:sp>
      <p:pic>
        <p:nvPicPr>
          <p:cNvPr id="3" name="Picture 2" descr="wirefra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5055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Wireframe: POS</a:t>
            </a:r>
          </a:p>
        </p:txBody>
      </p:sp>
      <p:pic>
        <p:nvPicPr>
          <p:cNvPr id="3" name="Picture 2" descr="wireframe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50553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Wireframe: Inventory</a:t>
            </a:r>
          </a:p>
        </p:txBody>
      </p:sp>
      <p:pic>
        <p:nvPicPr>
          <p:cNvPr id="3" name="Picture 2" descr="wireframe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5055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Wireframe: Conflicts</a:t>
            </a:r>
          </a:p>
        </p:txBody>
      </p:sp>
      <p:pic>
        <p:nvPicPr>
          <p:cNvPr id="3" name="Picture 2" descr="wireframe_confl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863840" cy="50553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